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83" r:id="rId4"/>
    <p:sldId id="284" r:id="rId5"/>
    <p:sldId id="285" r:id="rId6"/>
    <p:sldId id="28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7" r:id="rId32"/>
    <p:sldId id="288" r:id="rId33"/>
    <p:sldId id="289" r:id="rId34"/>
    <p:sldId id="290" r:id="rId35"/>
    <p:sldId id="282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0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ASSURED API TESTING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BF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Simple Examples — A 12-Day Course Deck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31750">
            <a:solidFill>
              <a:srgbClr val="6F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TestNG  •  Maven  •  IntelliJ IDEA  •  Jenkins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12-Day Study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REST Assured &amp; API Testing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013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368296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Requests &amp; Response Validation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935224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0215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Console Output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Chaining &amp; Parameters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1261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123444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Requests Using External Files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1828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180136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Path Expressions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95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2368296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0" y="29626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2935224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00800" y="35295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350215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&amp; PATCH Requests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400800" y="409651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406908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TestNG Suites &amp; Jenkins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— The Basics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 resource without changing it — safe and read-only.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resource; the server usually assigns its 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entire resource with the payload sent.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updates a resource — only the included fields change.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resource; the response body is usually empty.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vs PUT vs PATCH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resource, three different calls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— create a new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given().contentType("json").body(newUser)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— replace the whole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given().contentType("json").body(fullUser)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.when().put("/api/users/2")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— update part of the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given().contentType("json").body(partialUser)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.when().patch("/api/users/2")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&amp; DELETE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resource, then removing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— retrieve a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— remove a resource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.when().delete("/api/users/2")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.then().statusCode(204);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Status Codes — The Basics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succeeded; the response body has the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7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resource was created (typical POST response).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4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3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but no response body (typical DELETE response).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0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was malformed or invalid.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70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65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requested resource doesn't exist.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5354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300000"/>
            <a:ext cx="758952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failed on the server side.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20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REST Assured &amp; API Testing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REST Assured?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library that provides a readable, fluent DSL for testing REST APIs.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Given-When-Then syntax, built-in JSON/XML support, integrates with TestNG/Maven/Jenkins.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Java-only, no GUI (unlike Postman), steeper learning curve for non-programmers.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 Testing?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business logic and data at the API layer — faster and more stable than UI testing.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Maven, TestNG, IntelliJ IDEA, Jenkins.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REST Assured GET 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.get("https://reqres.in/api/users/2")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 used to write, run, and debug the Java test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 that manages annotations, execution order, and assertions.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that manages dependencies and the project lifecycle via pom.xml.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Maven project, add dependencies, then create packages and classes.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REST Assured &amp; TestNG in pom.xml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&lt;groupId&gt;io.rest-assured&lt;/groupId&gt;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&lt;artifactId&gt;rest-assured&lt;/artifactId&gt;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&lt;version&gt;5.4.0&lt;/version&gt;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Requests &amp; Response Validation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data from an endpoint without modifying server state.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outcome of a request, e.g. 200 OK, 404 Not Found.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line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protocol version, status code, and reason phrase.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metadata such as Content-Type and authentication tokens.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JSON/XML payload, validated with Hamcrest matchers.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status, headers, and body in one chain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.header("Content-Type", containsString("json"))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.body("data.id", equalTo(2));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Requests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resource; the request needs a JSON body.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JSONObject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org.json class used to build the payload as key-value pairs.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contentType(JSON)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server the payload format being sent.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the 201 status and that returned fields match the input.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request body and posting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JSONObject req = new JSONObject();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req.put("name", "John");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req.put("job", "QA Engineer");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given().contentType("application/json").body(req.toString())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.then().statusCode(201).body("name", equalTo("John"));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 Console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shows the exact request/response, which speeds up debugging.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.log().all()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full request or response — headers, body, cookies, status.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logging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only headers or only the body to cut down on noise.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verbose logs while developing; keep CI logs minimal.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both the request and the response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.log().all()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.log().all()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Chaining &amp; Parameters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chaining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extracted from one response into the next request.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parameters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in the URL, e.g. /users/{id}.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 sort data, e.g. ?page=2.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keeps tests realistic instead of relying on hard-coded values.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an id, then using it as a path parameter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 = given().when().get("/users")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.then().extract().path("data[0].id");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.pathParam("id", id)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.when().get("/users/{id}")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Requests Using External Files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external files?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reusable JSON payloads are kept in .txt/.json files.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 IO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FileUtils.readFileToString() reads file content into a String.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dependency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commons-io to pom.xml to use FileUtils.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test code clean and payloads easy to maintain.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payload file and posting its content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payload = FileUtils.readFileToString(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File("request.txt"), "UTF-8");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given().contentType("application/json").body(payload)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Path Expressions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Path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syntax for navigating a JSON response to extract specific values.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access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 reaches nested fields, e.g. data.email.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access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index into arrays, e.g. data[0].id.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.path() inline, or the JsonPath class for reuse.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 nested field from the response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res = get("/api/users/2");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email = res.jsonPath()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.getString("data.email");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System.out.println(email);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Java object (POJO) into JSON for the request body.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JSON response back into a Java object.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Databind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ObjectMapper handles the conversion automatically.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request/response handling type-safe and readable.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POJO directly as the request body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 { public String name, job;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 = new User();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u.name = "John"; u.job = "QA";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given().contentType("application/json").body(u)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.when().post("/api/users")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.then().statusCode(201);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Schema Validation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expected structure and data types of a response.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json-schema-validator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dependency that checks a response against a schema file.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structural, contract-breaking changes early.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files are typically kept under src/test/resources.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Asserting the response matches a schema file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.when().get("/api/users/2")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.then().assertThat()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.body(matchesJsonSchemaInClasspath(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"user-schema.json"));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&amp; PATCH Requests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an entire resource with the new payload.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only the specified fields; the rest stay unchanged.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usually address a specific resource via its ID in the URL.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updated field(s) are reflected in the response.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resource with PUT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given().contentType("application/json")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.body("{ \"name\": \"John Updated\" }")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.when().put("/api/users/2")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.then().statusCode(200)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.body("name", equalTo("John Updated"));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PATCH follows the same pattern via .patch()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DELETE, TestNG Suites &amp; Jenkins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resource; success is usually 204 No Content.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suite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XML file that groups multiple test classes for organized runs.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plugins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&amp; Surefire plugins compile and run tests in the build lifecycle.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Maven build/test suite automatically as part of CI/CD.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 call, a TestNG suite file, and running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given().when().delete("/api/users/2")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.then().statusCode(204);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&lt;suite name="Suite"&gt;&lt;test name="API"&gt;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&lt;classes&gt;&lt;class name="tests.UserTests"/&gt;&lt;/classes&gt;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&lt;/test&gt;&lt;/suite&gt;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Run: mvn test   |   or a Jenkins build 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CI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Jenkins?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automation server that builds and tests every change.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integrate?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on every commit or on a schedule — no manual runs.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repo from Git and runs mvn test; Surefire runs testng.xml.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Surefire/TestNG XML results are published as pass/fail history and trend graphs.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-59436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Jenkins Job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Plugins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Maven Integration, Git, and TestNG Results plugins.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JDK and Maven under Manage Jenkins → Tools.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the job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→ Maven project (or Pipeline), then add the Git repository URL.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step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POM: pom.xml   •   Goals: clean test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Triggers &amp; reports — </a:t>
            </a: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Poll SCM or Build periodically; publish TestNG results post-build.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1B2A33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wiring so Jenkins can run the suite with one Maven goal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pom.xml: Surefire runs the TestNG suite --&gt;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&lt;groupId&gt;org.apache.maven.plugins&lt;/groupId&gt;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&lt;artifactId&gt;maven-surefire-plugin&lt;/artifactId&gt;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&lt;version&gt;3.2.5&lt;/version&gt;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&lt;configuration&gt;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&lt;suiteXmlFiles&gt;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&lt;suiteXmlFile&gt;testng.xml&lt;/suiteXmlFile&gt;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&lt;/suiteXmlFiles&gt;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&lt;/configuration&gt;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Jenkins Maven job  →  Root POM: pom.xml   |   Goals: clean test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Jenkinsfile that checks out, tests, and publishes results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47120" cy="4297680"/>
          </a:xfrm>
          <a:prstGeom prst="roundRect">
            <a:avLst>
              <a:gd name="adj" fmla="val 1702"/>
            </a:avLst>
          </a:prstGeom>
          <a:solidFill>
            <a:srgbClr val="0F2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Jenkinsfile — declarative pipeline, kept in the repo root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 { maven 'Maven3'; jdk 'JDK17' }      // names from Manage Jenkins → Tools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triggers { cron('H 2 * * *') }             // nightly run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stage('Checkout') { steps { git 'https://github.com/&lt;you&gt;/api-tests.git' }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stage('Test')     { steps { sh 'mvn clean test' } }   // bat on Windows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always { junit 'target/surefire-reports/*.xml'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Testing  •  12-Day Course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F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 • 12 topics • REST Assured mastery</a:t>
            </a:r>
            <a:endParaRPr lang="en-US" sz="1700" dirty="0"/>
          </a:p>
        </p:txBody>
      </p:sp>
      <p:sp>
        <p:nvSpPr>
          <p:cNvPr id="5" name="Watermark"/>
          <p:cNvSpPr txBox="1"/>
          <p:nvPr/>
        </p:nvSpPr>
        <p:spPr>
          <a:xfrm>
            <a:off x="7162800" y="6515100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1" i="1">
                <a:solidFill>
                  <a:srgbClr val="FFFFFF">
                    <a:alpha val="60000"/>
                  </a:srgbClr>
                </a:solidFill>
                <a:latin typeface="Calibri"/>
              </a:rPr>
              <a:t>Subhendu Automation 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2772</Words>
  <Application>Microsoft Macintosh PowerPoint</Application>
  <PresentationFormat>Widescreen</PresentationFormat>
  <Paragraphs>425</Paragraphs>
  <Slides>35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1</cp:revision>
  <dcterms:created xsi:type="dcterms:W3CDTF">2026-09-24T17:57:09Z</dcterms:created>
  <dcterms:modified xsi:type="dcterms:W3CDTF">2026-09-27T02:23:37Z</dcterms:modified>
</cp:coreProperties>
</file>